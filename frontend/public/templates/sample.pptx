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6044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212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10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21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854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6314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84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133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6406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796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259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71DBF-8214-4065-99AC-C6B79506DA89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53F60-017F-4538-8333-917D50D1EE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2594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377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呂貌啟</dc:creator>
  <cp:lastModifiedBy>呂貌啟</cp:lastModifiedBy>
  <cp:revision>1</cp:revision>
  <dcterms:created xsi:type="dcterms:W3CDTF">2026-06-01T14:44:47Z</dcterms:created>
  <dcterms:modified xsi:type="dcterms:W3CDTF">2026-06-01T14:45:01Z</dcterms:modified>
</cp:coreProperties>
</file>